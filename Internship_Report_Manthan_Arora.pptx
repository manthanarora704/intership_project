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Report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 partial fulfillment of the requirements for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Computer Science &amp; Engineering (IBM)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19050">
            <a:solidFill>
              <a:srgbClr val="3E5A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80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Arora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2410031349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Organization: Thiranex — Skill Development &amp; Future 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8138160" cy="566928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5087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Arora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75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0756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8138160" cy="566928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426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426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 (IBM)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095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2095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2410031349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8138160" cy="566928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776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764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43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3434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(Skill Development &amp; Future Tech)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10328"/>
            <a:ext cx="8138160" cy="566928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10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49103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 2026 – 09 Sept 2026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4772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THX-AUG1026-364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06840" y="1508760"/>
            <a:ext cx="2606040" cy="4535424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pic>
        <p:nvPicPr>
          <p:cNvPr id="25" name="Image 0" descr="icon_gr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828800"/>
            <a:ext cx="548640" cy="54864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098280" y="2514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098280" y="324612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Duration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Mode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Delivery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MSME-Registered Provider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Thiranex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is a skill-development and future-tech training organization focused on building industry-relevant, hands-on expertise among students and early-career professionals across emerging technology domains.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_buil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8895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MSME Registered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60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as a recognized entity under India's Ministry of Micro, Small &amp; Medium Enterprises.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2423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8895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Mentor-Led Training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4160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programs guided by industry practitioners under the leadership of Founder &amp; CEO Hariharan 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423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9480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_bul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8895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Future-Tech Focus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4160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training tracks span Data Science, AI, and emerging technology skill development.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89720" y="2423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49840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_c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28895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88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Certification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372600" y="4160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completion is issued a verifiable certificate with a unique QR-coded credential ID.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pic>
        <p:nvPicPr>
          <p:cNvPr id="5" name="Image 0" descr="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Gap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coursework introduces statistics and machine-learning theory, but most students graduate with limited hands-on exposure to real, messy datasets and end-to-end analytical workflows used in industry.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or insight has little business value until it is built on clean data, validated rigorously, and communicated through clear visual storytelling to decision-makers.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AF3F7"/>
          </a:solidFill>
          <a:ln/>
        </p:spPr>
      </p:sp>
      <p:pic>
        <p:nvPicPr>
          <p:cNvPr id="10" name="Image 1" descr="icon_rocket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Internship's Scope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cleaning, and preparing real-world datasets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to surface patterns &amp; anomalies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evaluating machine-learning models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findings through dashboards &amp; visual reports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Internship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structure raw data using Python (Pandas, NumPy) for downstream analysis.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chart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291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techniques and visualization to uncover trends, correlations, and outliers.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20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291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regression, classification, and clustering models with Scikit-learn.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508760"/>
            <a:ext cx="2651760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_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1920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726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Communication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291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findings into dashboards and reports for non-technical stakeholders.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928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_pyth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Libraries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305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Jupyter Notebook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928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_chart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299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1305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Power BI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4930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301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735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307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Regression, Classification, Clustering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108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4930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_tab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6301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2735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37307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Excel, CSV/API data sources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093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icon_flas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3036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8737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53309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inferential statistics, hypothesis testing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7091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30" name="Shape 23"/>
          <p:cNvSpPr/>
          <p:nvPr/>
        </p:nvSpPr>
        <p:spPr>
          <a:xfrm>
            <a:off x="6492240" y="5093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1" name="Image 5" descr="icon_cog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23036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48737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53309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pipelines, feature engineering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Workflow Followed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125980" y="2606040"/>
            <a:ext cx="1216152" cy="0"/>
          </a:xfrm>
          <a:prstGeom prst="line">
            <a:avLst/>
          </a:prstGeom>
          <a:noFill/>
          <a:ln w="25400">
            <a:solidFill>
              <a:srgbClr val="B7CB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2014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33172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79092" y="19933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CB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909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794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from files, APIs &amp; sources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7972" y="2606040"/>
            <a:ext cx="1216152" cy="0"/>
          </a:xfrm>
          <a:prstGeom prst="line">
            <a:avLst/>
          </a:prstGeom>
          <a:noFill/>
          <a:ln w="25400">
            <a:solidFill>
              <a:srgbClr val="B7CBD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342132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_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331720"/>
            <a:ext cx="548640" cy="548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101084" y="19933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CBD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0108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862072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724912" y="3794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outliers, formatting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569964" y="2606040"/>
            <a:ext cx="1216152" cy="0"/>
          </a:xfrm>
          <a:prstGeom prst="line">
            <a:avLst/>
          </a:prstGeom>
          <a:noFill/>
          <a:ln w="25400">
            <a:solidFill>
              <a:srgbClr val="B7CBD6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564124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icon_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331720"/>
            <a:ext cx="548640" cy="5486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23076" y="19933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CBD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2307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084064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946904" y="3794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 &amp; test hypotheses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91956" y="2606040"/>
            <a:ext cx="1216152" cy="0"/>
          </a:xfrm>
          <a:prstGeom prst="line">
            <a:avLst/>
          </a:prstGeom>
          <a:noFill/>
          <a:ln w="25400">
            <a:solidFill>
              <a:srgbClr val="B7CBD6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7786116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icon_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16" y="2331720"/>
            <a:ext cx="548640" cy="5486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545068" y="19933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CBD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54506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306056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168896" y="3794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tune &amp; evaluate ML models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10008108" y="21031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icon_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708" y="2331720"/>
            <a:ext cx="548640" cy="5486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767060" y="19933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CBD6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76706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28048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Delivery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390888" y="3794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dashboards &amp; recommendations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14400" y="48006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standard industry data-science lifecycle — from raw data to a decision-ready insight — applied throughout the internship on practice datasets and assignments.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 (4 Weeks)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_python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500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Data Handling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refresher, Pandas/NumPy, data collection, and cleaning fundamentals.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118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1188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_chartbar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3500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840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summaries, correlation analysis, and visualization with Matplotlib/Seaborn.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55448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21295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922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_brain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35000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922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Modeling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840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classification &amp; clustering with Scikit-learn; model evaluation metrics.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89720" y="155448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065A8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3726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37260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icon_rocket_2129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3500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726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&amp; Reporting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3840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mini-project, dashboarding, and final presentation of insights.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6479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745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011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duplicates, and inconsistent formats across raw datasets to prepare analysis-ready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95351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0632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28163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200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descriptive statistics and visual analysis to identify trends, correlations, and outliers in datasets.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4223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5196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005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389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regression and classification models, evaluating performance using standard metrics.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33095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_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4406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&amp; Reporting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691640" y="5577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clear charts and summary dashboards to communicate findings to a non-technical audience.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06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Internship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Thiranex — Skill Development &amp; Future Tech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THX-AUG1026-364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Aug 2026 – 09 Sept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Authorized Signatory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Hariharan M, Founder &amp; CEO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MSME Registered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0876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21295C"/>
          </a:solidFill>
          <a:ln/>
        </p:spPr>
      </p:sp>
      <p:pic>
        <p:nvPicPr>
          <p:cNvPr id="6" name="Image 0" descr="icon_check_8FD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8288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3520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certificate carries a scannable QR verification code confirming authenticity against Thiranex's official records.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37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1417320"/>
            <a:ext cx="822960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C7D6D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ertificat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572768"/>
            <a:ext cx="7863840" cy="45354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•  DATA SCIENCE INTERNSHIP REPORT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2194560" cy="0"/>
          </a:xfrm>
          <a:prstGeom prst="line">
            <a:avLst/>
          </a:prstGeom>
          <a:noFill/>
          <a:ln w="19050">
            <a:solidFill>
              <a:srgbClr val="3E5A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6118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Arora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(IBM), IILM University, Greater Noida, U.P.
Roll No: 2410031349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— Thiranex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THX-AUG1026-364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2026-09-10T04:16:28Z</dcterms:created>
  <dcterms:modified xsi:type="dcterms:W3CDTF">2026-09-10T04:16:28Z</dcterms:modified>
</cp:coreProperties>
</file>